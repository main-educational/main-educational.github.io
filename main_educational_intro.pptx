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 SemiBold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SemiBold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19" Type="http://schemas.openxmlformats.org/officeDocument/2006/relationships/font" Target="fonts/UrbanistSemiBold-bold.fntdata"/><Relationship Id="rId18" Type="http://schemas.openxmlformats.org/officeDocument/2006/relationships/font" Target="fonts/Urbanis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62478f157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62478f157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62478f157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62478f157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62478f157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62478f157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62478f157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a62478f157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62478f157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a62478f157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62478f157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a62478f157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a62478f157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a62478f157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62478f157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a62478f157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26.png"/><Relationship Id="rId7" Type="http://schemas.openxmlformats.org/officeDocument/2006/relationships/image" Target="../media/image5.png"/><Relationship Id="rId8" Type="http://schemas.openxmlformats.org/officeDocument/2006/relationships/image" Target="../media/image16.png"/><Relationship Id="rId11" Type="http://schemas.openxmlformats.org/officeDocument/2006/relationships/image" Target="../media/image25.png"/><Relationship Id="rId10" Type="http://schemas.openxmlformats.org/officeDocument/2006/relationships/image" Target="../media/image12.png"/><Relationship Id="rId13" Type="http://schemas.openxmlformats.org/officeDocument/2006/relationships/image" Target="../media/image23.png"/><Relationship Id="rId12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ain-educational.github.io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8375"/>
            <a:ext cx="9144000" cy="3939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 txBox="1"/>
          <p:nvPr/>
        </p:nvSpPr>
        <p:spPr>
          <a:xfrm>
            <a:off x="345950" y="228600"/>
            <a:ext cx="44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Sponsors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43" name="Google Shape;4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15550"/>
            <a:ext cx="9144001" cy="13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 txBox="1"/>
          <p:nvPr/>
        </p:nvSpPr>
        <p:spPr>
          <a:xfrm>
            <a:off x="345950" y="228600"/>
            <a:ext cx="44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Organizers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49" name="Google Shape;4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701" y="1193150"/>
            <a:ext cx="1110364" cy="1112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9861" y="1194257"/>
            <a:ext cx="1110364" cy="111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425" y="1194237"/>
            <a:ext cx="1110364" cy="111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1006" y="1193157"/>
            <a:ext cx="1112565" cy="1112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428" y="2855202"/>
            <a:ext cx="1110364" cy="1112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5759" y="2856319"/>
            <a:ext cx="1110364" cy="111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79860" y="2856319"/>
            <a:ext cx="1110364" cy="111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12104" y="2856319"/>
            <a:ext cx="1110364" cy="111036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43"/>
          <p:cNvSpPr txBox="1"/>
          <p:nvPr/>
        </p:nvSpPr>
        <p:spPr>
          <a:xfrm>
            <a:off x="238478" y="2397758"/>
            <a:ext cx="11106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Centre UNIQUE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8" name="Google Shape;458;p43"/>
          <p:cNvSpPr txBox="1"/>
          <p:nvPr/>
        </p:nvSpPr>
        <p:spPr>
          <a:xfrm>
            <a:off x="1737738" y="2425321"/>
            <a:ext cx="1206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Shahab Bakhtiari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9" name="Google Shape;459;p43"/>
          <p:cNvSpPr txBox="1"/>
          <p:nvPr/>
        </p:nvSpPr>
        <p:spPr>
          <a:xfrm>
            <a:off x="3277429" y="2424772"/>
            <a:ext cx="915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Lune Bellec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0" name="Google Shape;460;p43"/>
          <p:cNvSpPr txBox="1"/>
          <p:nvPr/>
        </p:nvSpPr>
        <p:spPr>
          <a:xfrm>
            <a:off x="4921545" y="2425321"/>
            <a:ext cx="915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Karim Jerbi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>
            <a:off x="268328" y="3980783"/>
            <a:ext cx="1050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Pouya Bashivan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43"/>
          <p:cNvSpPr txBox="1"/>
          <p:nvPr/>
        </p:nvSpPr>
        <p:spPr>
          <a:xfrm>
            <a:off x="1815642" y="4017843"/>
            <a:ext cx="1050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Audrey Durand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3" name="Google Shape;463;p43"/>
          <p:cNvSpPr txBox="1"/>
          <p:nvPr/>
        </p:nvSpPr>
        <p:spPr>
          <a:xfrm>
            <a:off x="3209753" y="3980783"/>
            <a:ext cx="1050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Luca Gomez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43"/>
          <p:cNvSpPr txBox="1"/>
          <p:nvPr/>
        </p:nvSpPr>
        <p:spPr>
          <a:xfrm>
            <a:off x="4741995" y="4017843"/>
            <a:ext cx="1050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Pravish Sainath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65" name="Google Shape;465;p4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72150" y="1194267"/>
            <a:ext cx="1161350" cy="116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3"/>
          <p:cNvSpPr txBox="1"/>
          <p:nvPr/>
        </p:nvSpPr>
        <p:spPr>
          <a:xfrm>
            <a:off x="6345996" y="2424783"/>
            <a:ext cx="1087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Shawn Manuel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67" name="Google Shape;467;p4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44348" y="2855204"/>
            <a:ext cx="1161350" cy="1161364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3"/>
          <p:cNvSpPr txBox="1"/>
          <p:nvPr/>
        </p:nvSpPr>
        <p:spPr>
          <a:xfrm>
            <a:off x="6309071" y="3980783"/>
            <a:ext cx="1087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Taylor Webb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69" name="Google Shape;469;p4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88034" y="1193150"/>
            <a:ext cx="1161351" cy="11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7814346" y="2425333"/>
            <a:ext cx="1087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7100" lIns="77100" spcFirstLastPara="1" rIns="77100" wrap="square" tIns="77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2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Maelle Freteault</a:t>
            </a:r>
            <a:endParaRPr sz="1012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4"/>
          <p:cNvSpPr txBox="1"/>
          <p:nvPr/>
        </p:nvSpPr>
        <p:spPr>
          <a:xfrm>
            <a:off x="545875" y="568925"/>
            <a:ext cx="78807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Wifi Network: 		Événements-HEC 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Password:  		Sept.HEC25!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Événements-HEC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4"/>
          <p:cNvSpPr txBox="1"/>
          <p:nvPr/>
        </p:nvSpPr>
        <p:spPr>
          <a:xfrm>
            <a:off x="613700" y="3048850"/>
            <a:ext cx="6697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Program and links to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tutorial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rgbClr val="38761D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https://main-educational.github.io</a:t>
            </a:r>
            <a:endParaRPr sz="3000">
              <a:solidFill>
                <a:srgbClr val="38761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/>
        </p:nvSpPr>
        <p:spPr>
          <a:xfrm>
            <a:off x="345950" y="228600"/>
            <a:ext cx="44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Sessions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2" name="Google Shape;482;p45"/>
          <p:cNvSpPr txBox="1"/>
          <p:nvPr/>
        </p:nvSpPr>
        <p:spPr>
          <a:xfrm>
            <a:off x="730388" y="3621725"/>
            <a:ext cx="2096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Cognitive benchmarks in large models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83" name="Google Shape;4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373" y="1282497"/>
            <a:ext cx="2096375" cy="225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6959" y="1282497"/>
            <a:ext cx="2141464" cy="225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8625" y="1282500"/>
            <a:ext cx="2249668" cy="225417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5"/>
          <p:cNvSpPr txBox="1"/>
          <p:nvPr/>
        </p:nvSpPr>
        <p:spPr>
          <a:xfrm>
            <a:off x="3717813" y="3698475"/>
            <a:ext cx="2096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Videogames and RL for neuroAI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7" name="Google Shape;487;p45"/>
          <p:cNvSpPr txBox="1"/>
          <p:nvPr/>
        </p:nvSpPr>
        <p:spPr>
          <a:xfrm>
            <a:off x="6524063" y="3698475"/>
            <a:ext cx="2458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Dynamical systems for context integration</a:t>
            </a:r>
            <a:endParaRPr sz="1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6"/>
          <p:cNvSpPr txBox="1"/>
          <p:nvPr/>
        </p:nvSpPr>
        <p:spPr>
          <a:xfrm>
            <a:off x="345950" y="228600"/>
            <a:ext cx="840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Session 1: cognitive benchmarks in large models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3" name="Google Shape;493;p46"/>
          <p:cNvSpPr txBox="1"/>
          <p:nvPr/>
        </p:nvSpPr>
        <p:spPr>
          <a:xfrm>
            <a:off x="1647300" y="4006700"/>
            <a:ext cx="64644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09:00-12:00 Session in </a:t>
            </a: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oom FPHEC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10:20-10:40 </a:t>
            </a: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break with coffee and snack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(room FPHEC)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12:00-12:45 </a:t>
            </a: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Lunch provided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(room FPHEC)</a:t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94" name="Google Shape;49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125" y="1085075"/>
            <a:ext cx="2177400" cy="21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2738" y="1035175"/>
            <a:ext cx="2064137" cy="227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0100" y="1035175"/>
            <a:ext cx="2064125" cy="22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6"/>
          <p:cNvSpPr txBox="1"/>
          <p:nvPr/>
        </p:nvSpPr>
        <p:spPr>
          <a:xfrm>
            <a:off x="1068075" y="3375175"/>
            <a:ext cx="134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Lucas Gomez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8" name="Google Shape;498;p46"/>
          <p:cNvSpPr txBox="1"/>
          <p:nvPr/>
        </p:nvSpPr>
        <p:spPr>
          <a:xfrm>
            <a:off x="4152950" y="3375175"/>
            <a:ext cx="134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Zihan Weng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46"/>
          <p:cNvSpPr txBox="1"/>
          <p:nvPr/>
        </p:nvSpPr>
        <p:spPr>
          <a:xfrm>
            <a:off x="6914925" y="3375175"/>
            <a:ext cx="178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Declan Campbell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7"/>
          <p:cNvSpPr txBox="1"/>
          <p:nvPr/>
        </p:nvSpPr>
        <p:spPr>
          <a:xfrm>
            <a:off x="345950" y="228600"/>
            <a:ext cx="840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Session 2: videogames and RL for neuroAI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5" name="Google Shape;505;p47"/>
          <p:cNvSpPr txBox="1"/>
          <p:nvPr/>
        </p:nvSpPr>
        <p:spPr>
          <a:xfrm>
            <a:off x="1253200" y="3943075"/>
            <a:ext cx="72885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12:45-13:55 		</a:t>
            </a: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Videogames and RL for neuroAI part I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(room FPHEC)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14:10-15:15 		</a:t>
            </a: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Videogames and RL for neuroAI part II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(room Tkaronto)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15:15-15:35 		</a:t>
            </a:r>
            <a:r>
              <a:rPr b="1"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Break with coffee and snack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(room Tkaronto)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6" name="Google Shape;506;p47"/>
          <p:cNvSpPr txBox="1"/>
          <p:nvPr/>
        </p:nvSpPr>
        <p:spPr>
          <a:xfrm>
            <a:off x="554925" y="3375175"/>
            <a:ext cx="157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Julien Armand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47"/>
          <p:cNvSpPr txBox="1"/>
          <p:nvPr/>
        </p:nvSpPr>
        <p:spPr>
          <a:xfrm>
            <a:off x="2845788" y="3375175"/>
            <a:ext cx="1459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Baptiste Bonin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8" name="Google Shape;508;p47"/>
          <p:cNvSpPr txBox="1"/>
          <p:nvPr/>
        </p:nvSpPr>
        <p:spPr>
          <a:xfrm>
            <a:off x="5097450" y="3375175"/>
            <a:ext cx="1783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Hugo Delhaye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09" name="Google Shape;509;p47"/>
          <p:cNvPicPr preferRelativeResize="0"/>
          <p:nvPr/>
        </p:nvPicPr>
        <p:blipFill rotWithShape="1">
          <a:blip r:embed="rId3">
            <a:alphaModFix/>
          </a:blip>
          <a:srcRect b="0" l="9517" r="11829" t="0"/>
          <a:stretch/>
        </p:blipFill>
        <p:spPr>
          <a:xfrm>
            <a:off x="476675" y="1027500"/>
            <a:ext cx="1726700" cy="21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7"/>
          <p:cNvPicPr preferRelativeResize="0"/>
          <p:nvPr/>
        </p:nvPicPr>
        <p:blipFill rotWithShape="1">
          <a:blip r:embed="rId4">
            <a:alphaModFix/>
          </a:blip>
          <a:srcRect b="0" l="5543" r="11110" t="0"/>
          <a:stretch/>
        </p:blipFill>
        <p:spPr>
          <a:xfrm>
            <a:off x="2660625" y="1027500"/>
            <a:ext cx="1829825" cy="2195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7"/>
          <p:cNvPicPr preferRelativeResize="0"/>
          <p:nvPr/>
        </p:nvPicPr>
        <p:blipFill rotWithShape="1">
          <a:blip r:embed="rId5">
            <a:alphaModFix/>
          </a:blip>
          <a:srcRect b="0" l="0" r="11972" t="0"/>
          <a:stretch/>
        </p:blipFill>
        <p:spPr>
          <a:xfrm>
            <a:off x="5000575" y="1027500"/>
            <a:ext cx="1783800" cy="21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7"/>
          <p:cNvPicPr preferRelativeResize="0"/>
          <p:nvPr/>
        </p:nvPicPr>
        <p:blipFill rotWithShape="1">
          <a:blip r:embed="rId6">
            <a:alphaModFix/>
          </a:blip>
          <a:srcRect b="0" l="16956" r="10019" t="0"/>
          <a:stretch/>
        </p:blipFill>
        <p:spPr>
          <a:xfrm>
            <a:off x="7294506" y="1027500"/>
            <a:ext cx="1570144" cy="21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7"/>
          <p:cNvSpPr txBox="1"/>
          <p:nvPr/>
        </p:nvSpPr>
        <p:spPr>
          <a:xfrm>
            <a:off x="7402475" y="3375175"/>
            <a:ext cx="135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Yann Harel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8"/>
          <p:cNvSpPr txBox="1"/>
          <p:nvPr/>
        </p:nvSpPr>
        <p:spPr>
          <a:xfrm>
            <a:off x="345950" y="228600"/>
            <a:ext cx="8403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Session 3: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Computation in NeuroAI: a dynamical systems perspective 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9" name="Google Shape;519;p48"/>
          <p:cNvSpPr txBox="1"/>
          <p:nvPr/>
        </p:nvSpPr>
        <p:spPr>
          <a:xfrm>
            <a:off x="3045900" y="4312125"/>
            <a:ext cx="3052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15:35-17:30 room Tkaronto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0" name="Google Shape;520;p48"/>
          <p:cNvSpPr txBox="1"/>
          <p:nvPr/>
        </p:nvSpPr>
        <p:spPr>
          <a:xfrm>
            <a:off x="2280638" y="3813400"/>
            <a:ext cx="115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Doris Voina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1" name="Google Shape;521;p48"/>
          <p:cNvSpPr txBox="1"/>
          <p:nvPr/>
        </p:nvSpPr>
        <p:spPr>
          <a:xfrm>
            <a:off x="5472174" y="3813400"/>
            <a:ext cx="197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Ladan Shahshahani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22" name="Google Shape;5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634" y="1489200"/>
            <a:ext cx="2171811" cy="2171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4473" y="1454600"/>
            <a:ext cx="2171811" cy="2171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